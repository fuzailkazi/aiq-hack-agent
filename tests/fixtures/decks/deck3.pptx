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1 &amp; more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 blocked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2 &amp;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3 &amp;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