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 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 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 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 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1: Guarded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1 &amp; more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3657600"/>
          <a:ext cx="36576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99% blocked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2: Guarded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2 &amp; more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3: Guarded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3 &amp; more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4: Guarded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4 &amp; more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5: Guarded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5 &amp; more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6: Guarded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6 &amp; more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7: Guarded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7 &amp; more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8: Guarded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8 &amp; more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9: Guarded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9 &amp; more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10: Guarded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10 &amp; more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